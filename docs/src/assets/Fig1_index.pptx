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A62A"/>
    <a:srgbClr val="844A94"/>
    <a:srgbClr val="A7E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87CDA-8513-FC65-0B80-B51E4E845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8028E6-E78C-5492-7396-30E01068E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46FCD4-2E77-2D26-E244-39DBF379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76BA90-9E1E-9B50-FA90-982EFD45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A1E32B-7632-5C50-FCDA-279A7D3B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94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147E-FCE7-C365-4B49-470C778C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2061A3-4C7F-6C13-5807-6E3FDCE4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CCC2C-3AD4-5E3E-A8D0-2F17EEA2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69795E-9FCC-7D6C-2AA0-077E14B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BBBBC-DA2E-3F90-461D-8B0EBC7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4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B0623-0BAC-3C2F-8F3B-7E6315AE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9456AE-8F7A-390F-4A92-2AC530572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AABE29-E85B-BC28-92AC-CE76B1BA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D3F97C-2232-846B-CE04-701EDDED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6E1104-55AB-C11C-1759-FE6AA7D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5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58CDA-E282-E3FA-0BF8-5871949A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FA254F-8399-8558-452F-564908205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134AEC-031D-3695-68BD-4DF5C0A5C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BC4136-3C0C-18BE-9A3B-B3D46C77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624D51-81DD-2AB5-3D4A-75A3F5C4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DF7CF1-8488-8005-02D2-EF003047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92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E28AA-4756-6889-254D-975975D5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A925FB-64EB-61C7-5C5C-5DF96E64F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9F6378-90DB-CFA5-B8AD-CF7206CC2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37B695-1874-2923-D95D-003637865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282707-40C1-7F2F-3180-13A9F05A9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DDD53A-6788-1CA2-4F0A-28BF17F7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9E3404-6B42-5D0C-B962-5AE333F4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011088-7CAB-3BC9-7DAC-A20B2E56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88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F3B80-4B37-AE8E-34F0-ADCB16F8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123882-0EC4-8AA7-C802-75803384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9108C3-015D-2805-FAAA-57D9ED42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F1F043-ADDC-10F6-4AE7-B7F8988E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3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5CE734-FA62-18ED-6D14-4FF4C95F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3D72CA-247F-2EA1-6F43-803E504C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8E7C5E-B408-24A4-9008-67795120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2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7465D3-F1FC-9650-E128-05ACDCBC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0A8A1A-E8AB-0939-9B24-8D2FCAE4F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1BBCBB-5CE7-D5E6-9972-838CDB67A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AB04CE-105A-7DE1-A200-5A34C424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385AEA-8E4C-2E9F-77AE-49A2D075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B5755A-00BD-EED9-89B6-ED5657A8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9F1BC-BED3-D358-79D2-6CDC5704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79F06A-E35E-23E5-60C0-331F2CD7B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1BCC86-F26D-FB37-B7D6-D032435DC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88E4EE-EAEE-6ACE-A588-F9A61B78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9A93CD-DEA0-182A-EDE9-E2A7C63A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6365D2-7A42-5FF2-A2D4-0BE50EEB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C1D5C-11B1-E878-CE67-278F7383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4E7190-5B0F-5ABB-A606-090508B6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13C722-7D6E-FA29-C74F-A5B2BFFE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FE2E0E-1D37-D642-5FEB-81B0ED83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77A348-D683-0C84-EC34-C88EB098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9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25E15F-DB31-20A6-A352-2F1870E8C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2E23A4-1C18-9D31-AA39-1CD266E83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00DD36-B2E9-B91B-FB81-3962C0CC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871AF5-8902-C1B8-B578-7CE0792D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92113-0A9D-457C-6DF9-981FF0E4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96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73CEA1-9A68-3021-FC67-CFD49D3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47DF5B-B680-6866-9803-E292DBAF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342901-3D99-0B7E-94BD-5A4AF0248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CA6B7-7294-49BE-8894-FBC98B4D160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58AA2-EB15-0028-7F5B-5FB86BCE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CC144D-E391-CE10-E5A2-7E8395B9A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2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DF405966-9BE3-FDCA-8275-377E5FB9F137}"/>
              </a:ext>
            </a:extLst>
          </p:cNvPr>
          <p:cNvSpPr/>
          <p:nvPr/>
        </p:nvSpPr>
        <p:spPr>
          <a:xfrm>
            <a:off x="7988063" y="301925"/>
            <a:ext cx="2281571" cy="5486400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5" name="Image 4" descr="Une image contenant bec, plume, dessin humoristique, dessin&#10;&#10;Le contenu généré par l’IA peut être incorrect.">
            <a:extLst>
              <a:ext uri="{FF2B5EF4-FFF2-40B4-BE49-F238E27FC236}">
                <a16:creationId xmlns:a16="http://schemas.microsoft.com/office/drawing/2014/main" id="{030B8922-0A68-869E-FADE-8C0E19C7F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901" y="2748673"/>
            <a:ext cx="1453635" cy="1478946"/>
          </a:xfrm>
          <a:prstGeom prst="rect">
            <a:avLst/>
          </a:prstGeom>
        </p:spPr>
      </p:pic>
      <p:pic>
        <p:nvPicPr>
          <p:cNvPr id="7" name="Image 6" descr="Une image contenant parapluie, conception&#10;&#10;Le contenu généré par l’IA peut être incorrect.">
            <a:extLst>
              <a:ext uri="{FF2B5EF4-FFF2-40B4-BE49-F238E27FC236}">
                <a16:creationId xmlns:a16="http://schemas.microsoft.com/office/drawing/2014/main" id="{E49132AE-E770-E7AB-C48B-E2666A83D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370" y="1094524"/>
            <a:ext cx="1808490" cy="1093904"/>
          </a:xfrm>
          <a:prstGeom prst="rect">
            <a:avLst/>
          </a:prstGeom>
        </p:spPr>
      </p:pic>
      <p:pic>
        <p:nvPicPr>
          <p:cNvPr id="9" name="Image 8" descr="Une image contenant parapluie, accessoire, conception&#10;&#10;Le contenu généré par l’IA peut être incorrect.">
            <a:extLst>
              <a:ext uri="{FF2B5EF4-FFF2-40B4-BE49-F238E27FC236}">
                <a16:creationId xmlns:a16="http://schemas.microsoft.com/office/drawing/2014/main" id="{7DB5145E-6F90-31E3-F836-ECC122C63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663" y="2575888"/>
            <a:ext cx="1793540" cy="1084861"/>
          </a:xfrm>
          <a:prstGeom prst="rect">
            <a:avLst/>
          </a:prstGeom>
        </p:spPr>
      </p:pic>
      <p:pic>
        <p:nvPicPr>
          <p:cNvPr id="11" name="Image 10" descr="Une image contenant cercle, Caractère coloré, Graphique&#10;&#10;Le contenu généré par l’IA peut être incorrect.">
            <a:extLst>
              <a:ext uri="{FF2B5EF4-FFF2-40B4-BE49-F238E27FC236}">
                <a16:creationId xmlns:a16="http://schemas.microsoft.com/office/drawing/2014/main" id="{C240AE0B-BE4A-56A0-28AA-239CE5C5E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632" y="4832667"/>
            <a:ext cx="729528" cy="726003"/>
          </a:xfrm>
          <a:prstGeom prst="rect">
            <a:avLst/>
          </a:prstGeom>
        </p:spPr>
      </p:pic>
      <p:pic>
        <p:nvPicPr>
          <p:cNvPr id="13" name="Image 12" descr="Une image contenant Caractère coloré, cercle, Graphique&#10;&#10;Le contenu généré par l’IA peut être incorrect.">
            <a:extLst>
              <a:ext uri="{FF2B5EF4-FFF2-40B4-BE49-F238E27FC236}">
                <a16:creationId xmlns:a16="http://schemas.microsoft.com/office/drawing/2014/main" id="{4A495FF4-0C1F-20A1-EB4C-B146DA6D2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005" y="4787986"/>
            <a:ext cx="1308060" cy="823938"/>
          </a:xfrm>
          <a:prstGeom prst="rect">
            <a:avLst/>
          </a:prstGeom>
        </p:spPr>
      </p:pic>
      <p:pic>
        <p:nvPicPr>
          <p:cNvPr id="15" name="Image 14" descr="Une image contenant Graphique, cercle, Police, texte&#10;&#10;Le contenu généré par l’IA peut être incorrect.">
            <a:extLst>
              <a:ext uri="{FF2B5EF4-FFF2-40B4-BE49-F238E27FC236}">
                <a16:creationId xmlns:a16="http://schemas.microsoft.com/office/drawing/2014/main" id="{AD4F308C-BC89-354C-F6C2-3F8E0533E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130" y="2600573"/>
            <a:ext cx="1326491" cy="918216"/>
          </a:xfrm>
          <a:prstGeom prst="rect">
            <a:avLst/>
          </a:prstGeom>
        </p:spPr>
      </p:pic>
      <p:sp>
        <p:nvSpPr>
          <p:cNvPr id="16" name="Pentagone 15">
            <a:extLst>
              <a:ext uri="{FF2B5EF4-FFF2-40B4-BE49-F238E27FC236}">
                <a16:creationId xmlns:a16="http://schemas.microsoft.com/office/drawing/2014/main" id="{E99EB3CA-31BD-D7BE-442A-7DA093F5F969}"/>
              </a:ext>
            </a:extLst>
          </p:cNvPr>
          <p:cNvSpPr/>
          <p:nvPr/>
        </p:nvSpPr>
        <p:spPr>
          <a:xfrm>
            <a:off x="1970766" y="1589638"/>
            <a:ext cx="4653792" cy="3611741"/>
          </a:xfrm>
          <a:prstGeom prst="pentagon">
            <a:avLst/>
          </a:prstGeom>
          <a:noFill/>
          <a:ln>
            <a:solidFill>
              <a:srgbClr val="844A94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C5C78B-2A39-1BDE-E634-E0493A525088}"/>
              </a:ext>
            </a:extLst>
          </p:cNvPr>
          <p:cNvSpPr txBox="1"/>
          <p:nvPr/>
        </p:nvSpPr>
        <p:spPr>
          <a:xfrm>
            <a:off x="2916659" y="155954"/>
            <a:ext cx="293670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844A94"/>
                </a:solidFill>
              </a:rPr>
              <a:t>Eegle Integration</a:t>
            </a:r>
            <a:endParaRPr lang="en-US" sz="2800" b="1" dirty="0">
              <a:solidFill>
                <a:srgbClr val="844A94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B503112-9219-5AF3-9A17-0D04F75E769F}"/>
              </a:ext>
            </a:extLst>
          </p:cNvPr>
          <p:cNvSpPr txBox="1"/>
          <p:nvPr/>
        </p:nvSpPr>
        <p:spPr>
          <a:xfrm>
            <a:off x="2121574" y="4495598"/>
            <a:ext cx="15218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PermutationTests.jl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2BFD7FC-CF4E-2FF5-84AB-D9B4CD9A28AD}"/>
              </a:ext>
            </a:extLst>
          </p:cNvPr>
          <p:cNvSpPr txBox="1"/>
          <p:nvPr/>
        </p:nvSpPr>
        <p:spPr>
          <a:xfrm>
            <a:off x="2252481" y="5639603"/>
            <a:ext cx="1242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testing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43DDD2D-2AE6-2087-36EC-F71DAD62FCD7}"/>
              </a:ext>
            </a:extLst>
          </p:cNvPr>
          <p:cNvSpPr txBox="1"/>
          <p:nvPr/>
        </p:nvSpPr>
        <p:spPr>
          <a:xfrm>
            <a:off x="5014666" y="4498275"/>
            <a:ext cx="14537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Diagonalizations.jl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4B9CA07-E513-1135-87B0-CEBB611C4EC1}"/>
              </a:ext>
            </a:extLst>
          </p:cNvPr>
          <p:cNvSpPr txBox="1"/>
          <p:nvPr/>
        </p:nvSpPr>
        <p:spPr>
          <a:xfrm>
            <a:off x="8116480" y="3210251"/>
            <a:ext cx="21531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Statistics, Probability distributions </a:t>
            </a:r>
          </a:p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functions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909E96D-AF2C-621C-E75C-65EA8930ACE6}"/>
              </a:ext>
            </a:extLst>
          </p:cNvPr>
          <p:cNvSpPr txBox="1"/>
          <p:nvPr/>
        </p:nvSpPr>
        <p:spPr>
          <a:xfrm>
            <a:off x="1303083" y="2366272"/>
            <a:ext cx="13773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FourierAnalysis.jl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322BD73-96B5-7A7D-02B4-7B1CFB57D8A3}"/>
              </a:ext>
            </a:extLst>
          </p:cNvPr>
          <p:cNvSpPr txBox="1"/>
          <p:nvPr/>
        </p:nvSpPr>
        <p:spPr>
          <a:xfrm>
            <a:off x="988389" y="3491971"/>
            <a:ext cx="199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Spectral analysis,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Time-frequency analysis,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Coherence, Connectivity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502BF5E-8F2B-EC8A-24C9-6E19006577CE}"/>
              </a:ext>
            </a:extLst>
          </p:cNvPr>
          <p:cNvSpPr txBox="1"/>
          <p:nvPr/>
        </p:nvSpPr>
        <p:spPr>
          <a:xfrm>
            <a:off x="5951603" y="3428970"/>
            <a:ext cx="1261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Riemannian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978AEFF-2F16-88D2-0805-1277868C671B}"/>
              </a:ext>
            </a:extLst>
          </p:cNvPr>
          <p:cNvSpPr txBox="1"/>
          <p:nvPr/>
        </p:nvSpPr>
        <p:spPr>
          <a:xfrm>
            <a:off x="5765265" y="2374898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PosDefManifoldML.jl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642E02C-62DF-88A3-8C83-4BC7619C0879}"/>
              </a:ext>
            </a:extLst>
          </p:cNvPr>
          <p:cNvSpPr txBox="1"/>
          <p:nvPr/>
        </p:nvSpPr>
        <p:spPr>
          <a:xfrm>
            <a:off x="3563071" y="833977"/>
            <a:ext cx="14269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PosDefManifold.jl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D35636D-2986-1CC8-9ABF-AE7147A8C660}"/>
              </a:ext>
            </a:extLst>
          </p:cNvPr>
          <p:cNvSpPr txBox="1"/>
          <p:nvPr/>
        </p:nvSpPr>
        <p:spPr>
          <a:xfrm>
            <a:off x="3839018" y="1938323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Riemannian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geometry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ADF02F0-78F6-B350-7390-3529BC0B802B}"/>
              </a:ext>
            </a:extLst>
          </p:cNvPr>
          <p:cNvSpPr txBox="1"/>
          <p:nvPr/>
        </p:nvSpPr>
        <p:spPr>
          <a:xfrm>
            <a:off x="8124563" y="4409669"/>
            <a:ext cx="1751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CovarianceEstimations.jl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9204B4-F2ED-3AAA-1DA3-EF8BE118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708" y="940091"/>
            <a:ext cx="890831" cy="89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7235A6BB-4D2C-A6B7-4E49-70EFBA0614E1}"/>
              </a:ext>
            </a:extLst>
          </p:cNvPr>
          <p:cNvSpPr txBox="1"/>
          <p:nvPr/>
        </p:nvSpPr>
        <p:spPr>
          <a:xfrm>
            <a:off x="8124563" y="2747208"/>
            <a:ext cx="1751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StatsBase.jl, Statistics.jl, </a:t>
            </a:r>
          </a:p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Distributions.jl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97BEABF-89D9-6F7C-5391-B83BF3EAB1BC}"/>
              </a:ext>
            </a:extLst>
          </p:cNvPr>
          <p:cNvSpPr txBox="1"/>
          <p:nvPr/>
        </p:nvSpPr>
        <p:spPr>
          <a:xfrm>
            <a:off x="4208849" y="5632426"/>
            <a:ext cx="3204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filters, Blind Source Separation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8564A56-937F-E506-0904-D3029D5E3403}"/>
              </a:ext>
            </a:extLst>
          </p:cNvPr>
          <p:cNvSpPr txBox="1"/>
          <p:nvPr/>
        </p:nvSpPr>
        <p:spPr>
          <a:xfrm>
            <a:off x="8124563" y="3751265"/>
            <a:ext cx="539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DSP.jl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FCE67B0-BF55-F94B-99FF-AD1B915350CF}"/>
              </a:ext>
            </a:extLst>
          </p:cNvPr>
          <p:cNvSpPr txBox="1"/>
          <p:nvPr/>
        </p:nvSpPr>
        <p:spPr>
          <a:xfrm>
            <a:off x="8124852" y="4024068"/>
            <a:ext cx="15520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Signal Processing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14E3733-A7B5-CAF5-BE76-0D0BD6B7B279}"/>
              </a:ext>
            </a:extLst>
          </p:cNvPr>
          <p:cNvSpPr txBox="1"/>
          <p:nvPr/>
        </p:nvSpPr>
        <p:spPr>
          <a:xfrm>
            <a:off x="8124852" y="4671749"/>
            <a:ext cx="14574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Covariance Estimation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0" name="Picture 6" descr="Julia - NumFOCUS">
            <a:extLst>
              <a:ext uri="{FF2B5EF4-FFF2-40B4-BE49-F238E27FC236}">
                <a16:creationId xmlns:a16="http://schemas.microsoft.com/office/drawing/2014/main" id="{29E23728-9E74-8DAC-56FC-05408967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189" y="923669"/>
            <a:ext cx="890831" cy="89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E92C35DF-9ACA-5A5D-D12A-AF0F879820E8}"/>
              </a:ext>
            </a:extLst>
          </p:cNvPr>
          <p:cNvSpPr txBox="1"/>
          <p:nvPr/>
        </p:nvSpPr>
        <p:spPr>
          <a:xfrm>
            <a:off x="8124563" y="2053403"/>
            <a:ext cx="1189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LinearAlgebra.jl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10667EC-2A60-AF86-D3E9-E0E1B1B34F7D}"/>
              </a:ext>
            </a:extLst>
          </p:cNvPr>
          <p:cNvSpPr txBox="1"/>
          <p:nvPr/>
        </p:nvSpPr>
        <p:spPr>
          <a:xfrm>
            <a:off x="8116480" y="2299897"/>
            <a:ext cx="18710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Algebra, BLAS, LAPACK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B774A23-CDB0-8E97-C210-9EEBFCFE4D02}"/>
              </a:ext>
            </a:extLst>
          </p:cNvPr>
          <p:cNvSpPr txBox="1"/>
          <p:nvPr/>
        </p:nvSpPr>
        <p:spPr>
          <a:xfrm>
            <a:off x="3921025" y="2578390"/>
            <a:ext cx="82426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844A94"/>
                </a:solidFill>
              </a:rPr>
              <a:t>Eegle</a:t>
            </a:r>
            <a:endParaRPr lang="en-US" sz="2000" b="1" dirty="0">
              <a:solidFill>
                <a:srgbClr val="844A94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76AD6B1-542E-FB21-78DE-D667DF747062}"/>
              </a:ext>
            </a:extLst>
          </p:cNvPr>
          <p:cNvSpPr txBox="1"/>
          <p:nvPr/>
        </p:nvSpPr>
        <p:spPr>
          <a:xfrm>
            <a:off x="8308181" y="346704"/>
            <a:ext cx="152522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Powered by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 2" descr="Une image contenant Cerveau&#10;&#10;Le contenu généré par l’IA peut être incorrect.">
            <a:extLst>
              <a:ext uri="{FF2B5EF4-FFF2-40B4-BE49-F238E27FC236}">
                <a16:creationId xmlns:a16="http://schemas.microsoft.com/office/drawing/2014/main" id="{BFB14526-12B1-A77D-9EA7-68092B9800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376" y="998049"/>
            <a:ext cx="1088002" cy="729337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77D36EC-4A1B-A4BF-DFFF-AB037E70B514}"/>
              </a:ext>
            </a:extLst>
          </p:cNvPr>
          <p:cNvCxnSpPr>
            <a:cxnSpLocks/>
          </p:cNvCxnSpPr>
          <p:nvPr/>
        </p:nvCxnSpPr>
        <p:spPr>
          <a:xfrm flipH="1" flipV="1">
            <a:off x="2609803" y="1834468"/>
            <a:ext cx="1033662" cy="1386623"/>
          </a:xfrm>
          <a:prstGeom prst="line">
            <a:avLst/>
          </a:prstGeom>
          <a:ln w="12700">
            <a:solidFill>
              <a:srgbClr val="53A62A">
                <a:alpha val="3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80583204-CD47-EB67-1AC7-0D21AF06E753}"/>
              </a:ext>
            </a:extLst>
          </p:cNvPr>
          <p:cNvSpPr txBox="1"/>
          <p:nvPr/>
        </p:nvSpPr>
        <p:spPr>
          <a:xfrm>
            <a:off x="1653806" y="1651461"/>
            <a:ext cx="1245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 Solutions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D7C7724-76B3-C9B0-B9E2-1070CA0B9AE1}"/>
              </a:ext>
            </a:extLst>
          </p:cNvPr>
          <p:cNvSpPr txBox="1"/>
          <p:nvPr/>
        </p:nvSpPr>
        <p:spPr>
          <a:xfrm>
            <a:off x="8130318" y="5071027"/>
            <a:ext cx="731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Bonito.jl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A33CF80-4E2B-6948-654F-C8732BFA7B0C}"/>
              </a:ext>
            </a:extLst>
          </p:cNvPr>
          <p:cNvSpPr txBox="1"/>
          <p:nvPr/>
        </p:nvSpPr>
        <p:spPr>
          <a:xfrm>
            <a:off x="8130607" y="5333107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GUIs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1888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86</Words>
  <Application>Microsoft Office PowerPoint</Application>
  <PresentationFormat>Grand écran</PresentationFormat>
  <Paragraphs>30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marco_congedo marco_congedo</dc:creator>
  <cp:lastModifiedBy>marco_congedo marco_congedo</cp:lastModifiedBy>
  <cp:revision>11</cp:revision>
  <dcterms:created xsi:type="dcterms:W3CDTF">2025-06-25T17:32:19Z</dcterms:created>
  <dcterms:modified xsi:type="dcterms:W3CDTF">2026-02-13T20:59:49Z</dcterms:modified>
</cp:coreProperties>
</file>